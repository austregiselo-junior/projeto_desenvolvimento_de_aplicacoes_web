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066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9A3DCB-82C2-6D22-A2A0-2EE16172AE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08072B-078E-EB15-C850-BDAFAC59A5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099367-B05C-6141-CEC6-3324EB4B1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E075A-7958-4489-B148-24093D68EBFD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D471756-0362-7659-203A-F9B423B63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20A01A-1F9B-4490-CC34-A0816F55A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7694-8405-4664-9553-B7BF5A3D150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1512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49E975-0843-6B5C-3320-5D0427A50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8719AB-D938-4F90-AF50-362DBF10D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460F3C-691A-0121-346B-97FEF9A91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E075A-7958-4489-B148-24093D68EBFD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DF101D-8BFF-FAE7-82E0-0CE9EBE33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0D4A07-2501-3859-CE5F-F448C078A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7694-8405-4664-9553-B7BF5A3D150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0410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1489E9-63BC-6257-71F6-BFB92C0D7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025E5AC-893F-3C39-13CF-475A6AE2F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91302C-3423-C7CA-E7BF-5E5A44B65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E075A-7958-4489-B148-24093D68EBFD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5DEA8E-322E-1448-59C7-D68DCCAFD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82FA6C-8163-8AE8-CB28-E89C9DA90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7694-8405-4664-9553-B7BF5A3D150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3015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D39A25-8C35-0E80-A737-0E073F7AF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73B7AE-1185-C578-FA50-7BD97B28F9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641969B-7656-901D-E45B-2D0A984AC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EC1C5A-BDCF-DBA4-D85A-7BF1E76B2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E075A-7958-4489-B148-24093D68EBFD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EC29C02-2CFD-585F-71FD-DB74526E0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4AA4D6-EE69-33A7-C0E0-D61D39D71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7694-8405-4664-9553-B7BF5A3D150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0484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D3C5C-3DC4-DA7A-0808-8653E894C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2C049F-6612-9A57-64BC-337A1E606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F7652EE-1453-B174-F9B8-D104206B0F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C18C3B7-AE85-08D4-31F8-A14838B747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6D24796-AEC6-9E6B-CEC5-E7B8799C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238FBF2-2CC2-C247-529F-DA27A5DE4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E075A-7958-4489-B148-24093D68EBFD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6EA79B9-0D84-477A-47DC-DCE07CCAE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C9928AD-F000-517D-E75B-5A9CC6D8C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7694-8405-4664-9553-B7BF5A3D150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0124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8290B2-655D-F6DA-F4D6-C7D6CB577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351BE8B-3459-00A8-D416-F5DC826B4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E075A-7958-4489-B148-24093D68EBFD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6D171CB-E035-4CB4-E4A1-0C9C8D5ED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AC0670C-BEEE-D305-78CC-1319A1935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7694-8405-4664-9553-B7BF5A3D150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1600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130B037-33C5-DB92-72A1-22D3127B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E075A-7958-4489-B148-24093D68EBFD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D5A62F1-7AC7-4909-D755-FC2CECCA4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982389-1CD5-4686-4FEC-33E213956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7694-8405-4664-9553-B7BF5A3D150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6007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FEEC40-8D37-43F3-77B2-2B2948BF6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B483E3-2944-614A-753F-37B4FB07D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12618C2-5322-A1D4-235F-C32CCBEA9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B215C6-61D0-D805-CFAC-E4B46EEB7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E075A-7958-4489-B148-24093D68EBFD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B67AD41-7962-BCD2-943F-A09C74034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F260CD-8584-997B-A9C5-1341D146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7694-8405-4664-9553-B7BF5A3D150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002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A74B70-F9E8-A13D-6592-272D78C14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00B6F4B-30BA-7FA4-7A6E-3CD7672BFB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47A9822-2B70-1910-1C95-0D7DE1C47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51EF02-5DF4-811E-ABD1-4E8D67D53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E075A-7958-4489-B148-24093D68EBFD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925755-7863-2D64-84D8-DD976A4B6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8C0153-2B2D-A15C-2069-597A2F919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7694-8405-4664-9553-B7BF5A3D150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3577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308CC1-B3E7-397D-AB2E-66F91CD4E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A8326A0-43A5-DDC8-E343-9AE3BD3F5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02CC1C-F40D-C083-1A3B-1EB8B901A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E075A-7958-4489-B148-24093D68EBFD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41F005-E1FA-2435-139B-2341E53F4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ADADD0-97E1-047B-00E0-7D935F9BE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7694-8405-4664-9553-B7BF5A3D150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671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EF912EF-E392-8F75-66DD-1E47B9A1C3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13AF353-3F6F-0F35-F302-1E54A0B469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577B60-F58C-39FD-0CCD-386D700C2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E075A-7958-4489-B148-24093D68EBFD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C1F9D0-844B-F726-80B4-FC8D0D251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0A06CE-B428-EE85-321A-C5F5FA11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7694-8405-4664-9553-B7BF5A3D150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0030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5E541AF-9EFD-B480-851D-BEF8AD176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ECE886-82BE-E22E-B540-0C0A14AF0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6F8C01-8589-22B9-05AA-F3F51B6C9A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6E075A-7958-4489-B148-24093D68EBFD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B5759D-42CA-C067-835B-602FCF0289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C377B4-B7C7-100F-7B4A-B44E10936B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1A7694-8405-4664-9553-B7BF5A3D150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0901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A8C5F1-A5A9-3501-9D7E-FB0FE7C547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Documentação</a:t>
            </a:r>
            <a:r>
              <a:rPr lang="en-GB" dirty="0"/>
              <a:t> do Sistema </a:t>
            </a:r>
            <a:r>
              <a:rPr lang="en-GB" dirty="0" err="1"/>
              <a:t>ASoftware</a:t>
            </a:r>
            <a:endParaRPr lang="en-GB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52CCE0-C7AF-8027-4B71-81E5BFB4AE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Sistema Web de auto </a:t>
            </a:r>
            <a:r>
              <a:rPr lang="en-GB" dirty="0" err="1"/>
              <a:t>agendamento</a:t>
            </a:r>
            <a:r>
              <a:rPr lang="en-GB" dirty="0"/>
              <a:t> de </a:t>
            </a:r>
            <a:r>
              <a:rPr lang="en-GB" dirty="0" err="1"/>
              <a:t>consultas</a:t>
            </a:r>
            <a:r>
              <a:rPr lang="en-GB" dirty="0"/>
              <a:t> para </a:t>
            </a:r>
            <a:r>
              <a:rPr lang="en-GB" dirty="0" err="1"/>
              <a:t>clínica</a:t>
            </a:r>
            <a:r>
              <a:rPr lang="en-GB" dirty="0"/>
              <a:t> de </a:t>
            </a:r>
            <a:r>
              <a:rPr lang="en-GB" dirty="0" err="1"/>
              <a:t>fisioterapia</a:t>
            </a:r>
            <a:r>
              <a:rPr lang="en-GB" dirty="0"/>
              <a:t>.</a:t>
            </a:r>
          </a:p>
          <a:p>
            <a:endParaRPr lang="en-GB" dirty="0"/>
          </a:p>
          <a:p>
            <a:pPr algn="l"/>
            <a:r>
              <a:rPr lang="en-GB" sz="1400" dirty="0"/>
              <a:t>Discentes:</a:t>
            </a:r>
            <a:br>
              <a:rPr lang="en-GB" sz="1400" dirty="0"/>
            </a:br>
            <a:r>
              <a:rPr lang="en-GB" sz="1400" dirty="0"/>
              <a:t>Austregíselo Junior – 03249515</a:t>
            </a:r>
          </a:p>
          <a:p>
            <a:pPr algn="l"/>
            <a:r>
              <a:rPr lang="en-GB" sz="1400" dirty="0" err="1"/>
              <a:t>Genyaltt</a:t>
            </a:r>
            <a:r>
              <a:rPr lang="en-GB" sz="1400" dirty="0"/>
              <a:t> Soares da Silva Junior - 03360574</a:t>
            </a:r>
          </a:p>
        </p:txBody>
      </p:sp>
    </p:spTree>
    <p:extLst>
      <p:ext uri="{BB962C8B-B14F-4D97-AF65-F5344CB8AC3E}">
        <p14:creationId xmlns:p14="http://schemas.microsoft.com/office/powerpoint/2010/main" val="3680548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B79CA-1CB8-A133-67D7-E2B7AC1F9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AB2B452-8E2E-1648-E9E4-61DB887DC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66" y="179394"/>
            <a:ext cx="4145582" cy="720720"/>
          </a:xfrm>
        </p:spPr>
        <p:txBody>
          <a:bodyPr anchor="t">
            <a:normAutofit/>
          </a:bodyPr>
          <a:lstStyle/>
          <a:p>
            <a:r>
              <a:rPr lang="en-GB" dirty="0"/>
              <a:t>O </a:t>
            </a:r>
            <a:r>
              <a:rPr lang="en-GB" dirty="0" err="1"/>
              <a:t>usuário</a:t>
            </a:r>
            <a:r>
              <a:rPr lang="en-GB" dirty="0"/>
              <a:t> </a:t>
            </a:r>
            <a:r>
              <a:rPr lang="en-GB" dirty="0" err="1"/>
              <a:t>deve</a:t>
            </a:r>
            <a:r>
              <a:rPr lang="en-GB" dirty="0"/>
              <a:t>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B2677E-E9B0-9E5D-8FFD-A5662EF681F7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445769" y="1193805"/>
            <a:ext cx="11127105" cy="4818068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en-GB" sz="1400" b="1" dirty="0" err="1"/>
              <a:t>Realizar</a:t>
            </a:r>
            <a:r>
              <a:rPr lang="en-GB" sz="1400" b="1" dirty="0"/>
              <a:t> </a:t>
            </a:r>
            <a:r>
              <a:rPr lang="en-GB" sz="1400" b="1" dirty="0" err="1"/>
              <a:t>cadastro</a:t>
            </a:r>
            <a:r>
              <a:rPr lang="en-GB" sz="1400" b="1" dirty="0"/>
              <a:t> </a:t>
            </a:r>
            <a:r>
              <a:rPr lang="en-GB" sz="1400" b="1" dirty="0" err="1"/>
              <a:t>na</a:t>
            </a:r>
            <a:r>
              <a:rPr lang="en-GB" sz="1400" b="1" dirty="0"/>
              <a:t> </a:t>
            </a:r>
            <a:r>
              <a:rPr lang="en-GB" sz="1400" b="1" dirty="0" err="1"/>
              <a:t>plataforma</a:t>
            </a:r>
            <a:endParaRPr lang="en-GB" sz="1400" b="1" dirty="0"/>
          </a:p>
          <a:p>
            <a:pPr marL="0" lvl="1" indent="0">
              <a:buNone/>
            </a:pPr>
            <a:r>
              <a:rPr lang="en-GB" sz="1400" dirty="0" err="1"/>
              <a:t>Cliando</a:t>
            </a:r>
            <a:r>
              <a:rPr lang="en-GB" sz="1400" dirty="0"/>
              <a:t> no </a:t>
            </a:r>
            <a:r>
              <a:rPr lang="en-GB" sz="1400" dirty="0" err="1"/>
              <a:t>botão</a:t>
            </a:r>
            <a:r>
              <a:rPr lang="en-GB" sz="1400" dirty="0"/>
              <a:t> </a:t>
            </a:r>
            <a:r>
              <a:rPr lang="en-GB" sz="1400" dirty="0" err="1"/>
              <a:t>Cadastro</a:t>
            </a:r>
            <a:r>
              <a:rPr lang="en-GB" sz="1400" dirty="0"/>
              <a:t> o </a:t>
            </a:r>
            <a:r>
              <a:rPr lang="en-GB" sz="1400" dirty="0" err="1"/>
              <a:t>usuário</a:t>
            </a:r>
            <a:r>
              <a:rPr lang="en-GB" sz="1400" dirty="0"/>
              <a:t> </a:t>
            </a:r>
            <a:r>
              <a:rPr lang="en-GB" sz="1400" dirty="0" err="1"/>
              <a:t>deve</a:t>
            </a:r>
            <a:r>
              <a:rPr lang="en-GB" sz="1400" dirty="0"/>
              <a:t> ser </a:t>
            </a:r>
            <a:r>
              <a:rPr lang="en-GB" sz="1400" dirty="0" err="1"/>
              <a:t>direcionado</a:t>
            </a:r>
            <a:r>
              <a:rPr lang="en-GB" sz="1400" dirty="0"/>
              <a:t> a </a:t>
            </a:r>
            <a:r>
              <a:rPr lang="en-GB" sz="1400" dirty="0" err="1"/>
              <a:t>tela</a:t>
            </a:r>
            <a:r>
              <a:rPr lang="en-GB" sz="1400" dirty="0"/>
              <a:t> de </a:t>
            </a:r>
            <a:r>
              <a:rPr lang="en-GB" sz="1400" dirty="0" err="1"/>
              <a:t>cadastro</a:t>
            </a:r>
            <a:r>
              <a:rPr lang="en-GB" sz="1400" dirty="0"/>
              <a:t> e </a:t>
            </a:r>
            <a:r>
              <a:rPr lang="en-GB" sz="1400" dirty="0" err="1"/>
              <a:t>realizar</a:t>
            </a:r>
            <a:r>
              <a:rPr lang="en-GB" sz="1400" dirty="0"/>
              <a:t> </a:t>
            </a:r>
            <a:r>
              <a:rPr lang="en-GB" sz="1400" dirty="0" err="1"/>
              <a:t>seu</a:t>
            </a:r>
            <a:r>
              <a:rPr lang="en-GB" sz="1400" dirty="0"/>
              <a:t> </a:t>
            </a:r>
            <a:r>
              <a:rPr lang="en-GB" sz="1400" dirty="0" err="1"/>
              <a:t>cadastro</a:t>
            </a:r>
            <a:r>
              <a:rPr lang="en-GB" sz="1400" dirty="0"/>
              <a:t>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GB" sz="1400" b="1" dirty="0" err="1"/>
              <a:t>Realizar</a:t>
            </a:r>
            <a:r>
              <a:rPr lang="en-GB" sz="1400" b="1" dirty="0"/>
              <a:t> login</a:t>
            </a:r>
          </a:p>
          <a:p>
            <a:pPr marL="0" lvl="1" indent="0">
              <a:buNone/>
            </a:pPr>
            <a:r>
              <a:rPr lang="en-GB" sz="1400" dirty="0" err="1"/>
              <a:t>Cliando</a:t>
            </a:r>
            <a:r>
              <a:rPr lang="en-GB" sz="1400" dirty="0"/>
              <a:t> no </a:t>
            </a:r>
            <a:r>
              <a:rPr lang="en-GB" sz="1400" dirty="0" err="1"/>
              <a:t>botão</a:t>
            </a:r>
            <a:r>
              <a:rPr lang="en-GB" sz="1400" dirty="0"/>
              <a:t> de Login o </a:t>
            </a:r>
            <a:r>
              <a:rPr lang="en-GB" sz="1400" dirty="0" err="1"/>
              <a:t>usuário</a:t>
            </a:r>
            <a:r>
              <a:rPr lang="en-GB" sz="1400" dirty="0"/>
              <a:t> </a:t>
            </a:r>
            <a:r>
              <a:rPr lang="en-GB" sz="1400" dirty="0" err="1"/>
              <a:t>deve</a:t>
            </a:r>
            <a:r>
              <a:rPr lang="en-GB" sz="1400" dirty="0"/>
              <a:t> ser </a:t>
            </a:r>
            <a:r>
              <a:rPr lang="en-GB" sz="1400" dirty="0" err="1"/>
              <a:t>capaz</a:t>
            </a:r>
            <a:r>
              <a:rPr lang="en-GB" sz="1400" dirty="0"/>
              <a:t> de </a:t>
            </a:r>
            <a:r>
              <a:rPr lang="en-GB" sz="1400" dirty="0" err="1"/>
              <a:t>logar</a:t>
            </a:r>
            <a:r>
              <a:rPr lang="en-GB" sz="1400" dirty="0"/>
              <a:t> </a:t>
            </a:r>
            <a:r>
              <a:rPr lang="en-GB" sz="1400" dirty="0" err="1"/>
              <a:t>na</a:t>
            </a:r>
            <a:r>
              <a:rPr lang="en-GB" sz="1400" dirty="0"/>
              <a:t> </a:t>
            </a:r>
            <a:r>
              <a:rPr lang="en-GB" sz="1400" dirty="0" err="1"/>
              <a:t>plataforma</a:t>
            </a:r>
            <a:r>
              <a:rPr lang="en-GB" sz="1400" dirty="0"/>
              <a:t>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GB" sz="1400" b="1" dirty="0" err="1"/>
              <a:t>Navegar</a:t>
            </a:r>
            <a:r>
              <a:rPr lang="en-GB" sz="1400" b="1" dirty="0"/>
              <a:t> para a </a:t>
            </a:r>
            <a:r>
              <a:rPr lang="en-GB" sz="1400" b="1" dirty="0" err="1"/>
              <a:t>página</a:t>
            </a:r>
            <a:r>
              <a:rPr lang="en-GB" sz="1400" b="1" dirty="0"/>
              <a:t> </a:t>
            </a:r>
            <a:r>
              <a:rPr lang="en-GB" sz="1400" b="1" dirty="0" err="1"/>
              <a:t>Sobre</a:t>
            </a:r>
            <a:r>
              <a:rPr lang="en-GB" sz="1400" b="1" dirty="0"/>
              <a:t> </a:t>
            </a:r>
            <a:r>
              <a:rPr lang="en-GB" sz="1400" b="1" dirty="0" err="1"/>
              <a:t>nós</a:t>
            </a:r>
            <a:endParaRPr lang="en-GB" sz="1400" b="1" dirty="0"/>
          </a:p>
          <a:p>
            <a:pPr marL="0" lvl="1" indent="0">
              <a:buNone/>
            </a:pPr>
            <a:r>
              <a:rPr lang="en-GB" sz="1400" dirty="0" err="1"/>
              <a:t>Cliando</a:t>
            </a:r>
            <a:r>
              <a:rPr lang="en-GB" sz="1400" dirty="0"/>
              <a:t> no </a:t>
            </a:r>
            <a:r>
              <a:rPr lang="en-GB" sz="1400" dirty="0" err="1"/>
              <a:t>nome</a:t>
            </a:r>
            <a:r>
              <a:rPr lang="en-GB" sz="1400" dirty="0"/>
              <a:t> </a:t>
            </a:r>
            <a:r>
              <a:rPr lang="en-GB" sz="1400" dirty="0" err="1"/>
              <a:t>Sobre</a:t>
            </a:r>
            <a:r>
              <a:rPr lang="en-GB" sz="1400" dirty="0"/>
              <a:t> </a:t>
            </a:r>
            <a:r>
              <a:rPr lang="en-GB" sz="1400" dirty="0" err="1"/>
              <a:t>nóso</a:t>
            </a:r>
            <a:r>
              <a:rPr lang="en-GB" sz="1400" dirty="0"/>
              <a:t> </a:t>
            </a:r>
            <a:r>
              <a:rPr lang="en-GB" sz="1400" dirty="0" err="1"/>
              <a:t>usuário</a:t>
            </a:r>
            <a:r>
              <a:rPr lang="en-GB" sz="1400" dirty="0"/>
              <a:t> </a:t>
            </a:r>
            <a:r>
              <a:rPr lang="en-GB" sz="1400" dirty="0" err="1"/>
              <a:t>deve</a:t>
            </a:r>
            <a:r>
              <a:rPr lang="en-GB" sz="1400" dirty="0"/>
              <a:t> ser </a:t>
            </a:r>
            <a:r>
              <a:rPr lang="en-GB" sz="1400" dirty="0" err="1"/>
              <a:t>direcionado</a:t>
            </a:r>
            <a:r>
              <a:rPr lang="en-GB" sz="1400" dirty="0"/>
              <a:t> a </a:t>
            </a:r>
            <a:r>
              <a:rPr lang="en-GB" sz="1400" dirty="0" err="1"/>
              <a:t>página</a:t>
            </a:r>
            <a:r>
              <a:rPr lang="en-GB" sz="1400" dirty="0"/>
              <a:t> de </a:t>
            </a:r>
            <a:r>
              <a:rPr lang="en-GB" sz="1400" dirty="0" err="1"/>
              <a:t>informações</a:t>
            </a:r>
            <a:r>
              <a:rPr lang="en-GB" sz="1400" dirty="0"/>
              <a:t> da </a:t>
            </a:r>
            <a:r>
              <a:rPr lang="en-GB" sz="1400" dirty="0" err="1"/>
              <a:t>clínica</a:t>
            </a:r>
            <a:r>
              <a:rPr lang="en-GB" sz="1400" dirty="0"/>
              <a:t>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GB" sz="1400" b="1" dirty="0" err="1"/>
              <a:t>Navegar</a:t>
            </a:r>
            <a:r>
              <a:rPr lang="en-GB" sz="1400" b="1" dirty="0"/>
              <a:t> de volta a </a:t>
            </a:r>
            <a:r>
              <a:rPr lang="en-GB" sz="1400" b="1" dirty="0" err="1"/>
              <a:t>página</a:t>
            </a:r>
            <a:r>
              <a:rPr lang="en-GB" sz="1400" b="1" dirty="0"/>
              <a:t> de </a:t>
            </a:r>
            <a:r>
              <a:rPr lang="en-GB" sz="1400" b="1" dirty="0" err="1"/>
              <a:t>apresentação</a:t>
            </a:r>
            <a:endParaRPr lang="en-GB" sz="1400" b="1" dirty="0"/>
          </a:p>
          <a:p>
            <a:pPr marL="0" lvl="1" indent="0">
              <a:buNone/>
            </a:pPr>
            <a:r>
              <a:rPr lang="en-GB" sz="1400" dirty="0" err="1"/>
              <a:t>Cliando</a:t>
            </a:r>
            <a:r>
              <a:rPr lang="en-GB" sz="1400" dirty="0"/>
              <a:t> no </a:t>
            </a:r>
            <a:r>
              <a:rPr lang="en-GB" sz="1400" dirty="0" err="1"/>
              <a:t>nome</a:t>
            </a:r>
            <a:r>
              <a:rPr lang="en-GB" sz="1400" dirty="0"/>
              <a:t> </a:t>
            </a:r>
            <a:r>
              <a:rPr lang="en-GB" sz="1400" dirty="0" err="1"/>
              <a:t>Asoftware</a:t>
            </a:r>
            <a:r>
              <a:rPr lang="en-GB" sz="1400" dirty="0"/>
              <a:t> o </a:t>
            </a:r>
            <a:r>
              <a:rPr lang="en-GB" sz="1400" dirty="0" err="1"/>
              <a:t>usuário</a:t>
            </a:r>
            <a:r>
              <a:rPr lang="en-GB" sz="1400" dirty="0"/>
              <a:t> </a:t>
            </a:r>
            <a:r>
              <a:rPr lang="en-GB" sz="1400" dirty="0" err="1"/>
              <a:t>deve</a:t>
            </a:r>
            <a:r>
              <a:rPr lang="en-GB" sz="1400" dirty="0"/>
              <a:t> ser </a:t>
            </a:r>
            <a:r>
              <a:rPr lang="en-GB" sz="1400" dirty="0" err="1"/>
              <a:t>direcionado</a:t>
            </a:r>
            <a:r>
              <a:rPr lang="en-GB" sz="1400" dirty="0"/>
              <a:t> a </a:t>
            </a:r>
            <a:r>
              <a:rPr lang="en-GB" sz="1400" dirty="0" err="1"/>
              <a:t>página</a:t>
            </a:r>
            <a:r>
              <a:rPr lang="en-GB" sz="1400" dirty="0"/>
              <a:t> de </a:t>
            </a:r>
            <a:r>
              <a:rPr lang="en-GB" sz="1400" dirty="0" err="1"/>
              <a:t>apresentação</a:t>
            </a:r>
            <a:r>
              <a:rPr lang="en-GB" sz="1400" dirty="0"/>
              <a:t> da </a:t>
            </a:r>
            <a:r>
              <a:rPr lang="en-GB" sz="1400" dirty="0" err="1"/>
              <a:t>clínica</a:t>
            </a:r>
            <a:r>
              <a:rPr lang="en-GB" sz="1400" dirty="0"/>
              <a:t>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 dirty="0" err="1"/>
              <a:t>Agendar</a:t>
            </a:r>
            <a:r>
              <a:rPr lang="en-GB" sz="1400" b="1" dirty="0"/>
              <a:t> </a:t>
            </a:r>
            <a:r>
              <a:rPr lang="en-GB" sz="1400" b="1" dirty="0" err="1"/>
              <a:t>consultas</a:t>
            </a:r>
            <a:endParaRPr lang="en-GB" sz="1400" b="1" dirty="0"/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 dirty="0" err="1"/>
              <a:t>Cliando</a:t>
            </a:r>
            <a:r>
              <a:rPr lang="en-GB" sz="1400" dirty="0"/>
              <a:t> no </a:t>
            </a:r>
            <a:r>
              <a:rPr lang="en-GB" sz="1400" dirty="0" err="1"/>
              <a:t>botão</a:t>
            </a:r>
            <a:r>
              <a:rPr lang="en-GB" sz="1400" dirty="0"/>
              <a:t> </a:t>
            </a:r>
            <a:r>
              <a:rPr lang="en-GB" sz="1400" dirty="0" err="1"/>
              <a:t>Adicionar</a:t>
            </a:r>
            <a:r>
              <a:rPr lang="en-GB" sz="1400" dirty="0"/>
              <a:t> Novo </a:t>
            </a:r>
            <a:r>
              <a:rPr lang="en-GB" sz="1400" dirty="0" err="1"/>
              <a:t>Paciente</a:t>
            </a:r>
            <a:r>
              <a:rPr lang="en-GB" sz="1400" dirty="0"/>
              <a:t> um modal </a:t>
            </a:r>
            <a:r>
              <a:rPr lang="en-GB" sz="1400" dirty="0" err="1"/>
              <a:t>deve</a:t>
            </a:r>
            <a:r>
              <a:rPr lang="en-GB" sz="1400" dirty="0"/>
              <a:t> </a:t>
            </a:r>
            <a:r>
              <a:rPr lang="en-GB" sz="1400" dirty="0" err="1"/>
              <a:t>aparecer</a:t>
            </a:r>
            <a:r>
              <a:rPr lang="en-GB" sz="1400" dirty="0"/>
              <a:t> para o </a:t>
            </a:r>
            <a:r>
              <a:rPr lang="en-GB" sz="1400" dirty="0" err="1"/>
              <a:t>usuário</a:t>
            </a:r>
            <a:r>
              <a:rPr lang="en-GB" sz="1400" dirty="0"/>
              <a:t> </a:t>
            </a:r>
            <a:r>
              <a:rPr lang="en-GB" sz="1400" dirty="0" err="1"/>
              <a:t>adicionar</a:t>
            </a:r>
            <a:r>
              <a:rPr lang="en-GB" sz="1400" dirty="0"/>
              <a:t> </a:t>
            </a:r>
            <a:r>
              <a:rPr lang="en-GB" sz="1400" dirty="0" err="1"/>
              <a:t>informações</a:t>
            </a:r>
            <a:r>
              <a:rPr lang="en-GB" sz="1400" dirty="0"/>
              <a:t>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 dirty="0" err="1"/>
              <a:t>Editar</a:t>
            </a:r>
            <a:r>
              <a:rPr lang="en-GB" sz="1400" b="1" dirty="0"/>
              <a:t> </a:t>
            </a:r>
            <a:r>
              <a:rPr lang="en-GB" sz="1400" b="1" dirty="0" err="1"/>
              <a:t>os</a:t>
            </a:r>
            <a:r>
              <a:rPr lang="en-GB" sz="1400" b="1" dirty="0"/>
              <a:t> dados </a:t>
            </a:r>
            <a:r>
              <a:rPr lang="en-GB" sz="1400" b="1" dirty="0" err="1"/>
              <a:t>cadastrados</a:t>
            </a:r>
            <a:endParaRPr lang="en-GB" sz="1400" b="1" dirty="0"/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 dirty="0"/>
              <a:t>Na </a:t>
            </a:r>
            <a:r>
              <a:rPr lang="en-GB" sz="1400" dirty="0" err="1"/>
              <a:t>linha</a:t>
            </a:r>
            <a:r>
              <a:rPr lang="en-GB" sz="1400" dirty="0"/>
              <a:t> da </a:t>
            </a:r>
            <a:r>
              <a:rPr lang="en-GB" sz="1400" dirty="0" err="1"/>
              <a:t>tabela</a:t>
            </a:r>
            <a:r>
              <a:rPr lang="en-GB" sz="1400" dirty="0"/>
              <a:t> do </a:t>
            </a:r>
            <a:r>
              <a:rPr lang="en-GB" sz="1400" dirty="0" err="1"/>
              <a:t>cliente</a:t>
            </a:r>
            <a:r>
              <a:rPr lang="en-GB" sz="1400" dirty="0"/>
              <a:t> </a:t>
            </a:r>
            <a:r>
              <a:rPr lang="en-GB" sz="1400" dirty="0" err="1"/>
              <a:t>deve</a:t>
            </a:r>
            <a:r>
              <a:rPr lang="en-GB" sz="1400" dirty="0"/>
              <a:t> </a:t>
            </a:r>
            <a:r>
              <a:rPr lang="en-GB" sz="1400" dirty="0" err="1"/>
              <a:t>clicar</a:t>
            </a:r>
            <a:r>
              <a:rPr lang="en-GB" sz="1400" dirty="0"/>
              <a:t> em </a:t>
            </a:r>
            <a:r>
              <a:rPr lang="en-GB" sz="1400" dirty="0" err="1"/>
              <a:t>Editar</a:t>
            </a:r>
            <a:r>
              <a:rPr lang="en-GB" sz="1400" dirty="0"/>
              <a:t> e um modal </a:t>
            </a:r>
            <a:r>
              <a:rPr lang="en-GB" sz="1400" dirty="0" err="1"/>
              <a:t>deve</a:t>
            </a:r>
            <a:r>
              <a:rPr lang="en-GB" sz="1400" dirty="0"/>
              <a:t> </a:t>
            </a:r>
            <a:r>
              <a:rPr lang="en-GB" sz="1400" dirty="0" err="1"/>
              <a:t>aparecer</a:t>
            </a:r>
            <a:r>
              <a:rPr lang="en-GB" sz="1400" dirty="0"/>
              <a:t> para </a:t>
            </a:r>
            <a:r>
              <a:rPr lang="en-GB" sz="1400" dirty="0" err="1"/>
              <a:t>editar</a:t>
            </a:r>
            <a:r>
              <a:rPr lang="en-GB" sz="1400" dirty="0"/>
              <a:t> as </a:t>
            </a:r>
            <a:r>
              <a:rPr lang="en-GB" sz="1400" dirty="0" err="1"/>
              <a:t>informações</a:t>
            </a:r>
            <a:r>
              <a:rPr lang="en-GB" sz="1400" dirty="0"/>
              <a:t>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 dirty="0"/>
              <a:t>Deletar </a:t>
            </a:r>
            <a:r>
              <a:rPr lang="en-GB" sz="1400" b="1" dirty="0" err="1"/>
              <a:t>paciente</a:t>
            </a:r>
            <a:endParaRPr lang="en-GB" sz="1400" b="1" dirty="0"/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 dirty="0" err="1"/>
              <a:t>Cliando</a:t>
            </a:r>
            <a:r>
              <a:rPr lang="en-GB" sz="1400" dirty="0"/>
              <a:t> no </a:t>
            </a:r>
            <a:r>
              <a:rPr lang="en-GB" sz="1400" dirty="0" err="1"/>
              <a:t>botão</a:t>
            </a:r>
            <a:r>
              <a:rPr lang="en-GB" sz="1400" dirty="0"/>
              <a:t> Deletar, o </a:t>
            </a:r>
            <a:r>
              <a:rPr lang="en-GB" sz="1400" dirty="0" err="1"/>
              <a:t>usuário</a:t>
            </a:r>
            <a:r>
              <a:rPr lang="en-GB" sz="1400" dirty="0"/>
              <a:t> </a:t>
            </a:r>
            <a:r>
              <a:rPr lang="en-GB" sz="1400" dirty="0" err="1"/>
              <a:t>deve</a:t>
            </a:r>
            <a:r>
              <a:rPr lang="en-GB" sz="1400" dirty="0"/>
              <a:t> ser </a:t>
            </a:r>
            <a:r>
              <a:rPr lang="en-GB" sz="1400" dirty="0" err="1"/>
              <a:t>capas</a:t>
            </a:r>
            <a:r>
              <a:rPr lang="en-GB" sz="1400" dirty="0"/>
              <a:t> de </a:t>
            </a:r>
            <a:r>
              <a:rPr lang="en-GB" sz="1400" dirty="0" err="1"/>
              <a:t>apagar</a:t>
            </a:r>
            <a:r>
              <a:rPr lang="en-GB" sz="1400" dirty="0"/>
              <a:t> o </a:t>
            </a:r>
            <a:r>
              <a:rPr lang="en-GB" sz="1400" dirty="0" err="1"/>
              <a:t>cliente</a:t>
            </a:r>
            <a:r>
              <a:rPr lang="en-GB" sz="1400" dirty="0"/>
              <a:t> </a:t>
            </a:r>
            <a:r>
              <a:rPr lang="en-GB" sz="1400" dirty="0" err="1"/>
              <a:t>específico</a:t>
            </a:r>
            <a:r>
              <a:rPr lang="en-GB" sz="1400" dirty="0"/>
              <a:t> da </a:t>
            </a:r>
            <a:r>
              <a:rPr lang="en-GB" sz="1400" dirty="0" err="1"/>
              <a:t>linha</a:t>
            </a:r>
            <a:r>
              <a:rPr lang="en-GB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36259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Interface gráfica do usuário, Site&#10;&#10;O conteúdo gerado por IA pode estar incorreto.">
            <a:extLst>
              <a:ext uri="{FF2B5EF4-FFF2-40B4-BE49-F238E27FC236}">
                <a16:creationId xmlns:a16="http://schemas.microsoft.com/office/drawing/2014/main" id="{C0A7A055-0999-DA7D-FC9B-92F10CCE3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53" y="213869"/>
            <a:ext cx="4360562" cy="20167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579F63F4-DF70-711A-D96A-6858D4CA01F1}"/>
              </a:ext>
            </a:extLst>
          </p:cNvPr>
          <p:cNvCxnSpPr>
            <a:cxnSpLocks/>
          </p:cNvCxnSpPr>
          <p:nvPr/>
        </p:nvCxnSpPr>
        <p:spPr>
          <a:xfrm>
            <a:off x="2779613" y="1160639"/>
            <a:ext cx="21138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m 14">
            <a:extLst>
              <a:ext uri="{FF2B5EF4-FFF2-40B4-BE49-F238E27FC236}">
                <a16:creationId xmlns:a16="http://schemas.microsoft.com/office/drawing/2014/main" id="{9CE4DA18-BC58-4ACF-28CE-D6E20A7E0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53" y="2567613"/>
            <a:ext cx="4154022" cy="19366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A4FDD6F1-EE87-33E0-4A55-3FD07C6DF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5164" y="149342"/>
            <a:ext cx="3852610" cy="17839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090C5A49-936C-314C-48FA-DC1B876A327A}"/>
              </a:ext>
            </a:extLst>
          </p:cNvPr>
          <p:cNvCxnSpPr>
            <a:cxnSpLocks/>
          </p:cNvCxnSpPr>
          <p:nvPr/>
        </p:nvCxnSpPr>
        <p:spPr>
          <a:xfrm>
            <a:off x="2536031" y="1329652"/>
            <a:ext cx="0" cy="12072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Imagem 27">
            <a:extLst>
              <a:ext uri="{FF2B5EF4-FFF2-40B4-BE49-F238E27FC236}">
                <a16:creationId xmlns:a16="http://schemas.microsoft.com/office/drawing/2014/main" id="{5B24F037-B8B9-852D-EE14-E789F2FD1A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486" y="2425096"/>
            <a:ext cx="5089395" cy="23477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AF87A5CC-FEC6-A0A2-6058-3214DD28991F}"/>
              </a:ext>
            </a:extLst>
          </p:cNvPr>
          <p:cNvCxnSpPr>
            <a:cxnSpLocks/>
          </p:cNvCxnSpPr>
          <p:nvPr/>
        </p:nvCxnSpPr>
        <p:spPr>
          <a:xfrm>
            <a:off x="7815263" y="1428750"/>
            <a:ext cx="0" cy="9215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35CBCED7-FE00-539F-1E70-2AD452389B5D}"/>
              </a:ext>
            </a:extLst>
          </p:cNvPr>
          <p:cNvCxnSpPr>
            <a:cxnSpLocks/>
          </p:cNvCxnSpPr>
          <p:nvPr/>
        </p:nvCxnSpPr>
        <p:spPr>
          <a:xfrm>
            <a:off x="3633710" y="3971925"/>
            <a:ext cx="9882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Imagem 43">
            <a:extLst>
              <a:ext uri="{FF2B5EF4-FFF2-40B4-BE49-F238E27FC236}">
                <a16:creationId xmlns:a16="http://schemas.microsoft.com/office/drawing/2014/main" id="{57BD90AC-6569-3C6C-06A6-8F2E111555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2408" y="2009613"/>
            <a:ext cx="2003008" cy="15893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AE6BF95E-E965-8586-E626-F4805C87D344}"/>
              </a:ext>
            </a:extLst>
          </p:cNvPr>
          <p:cNvCxnSpPr>
            <a:cxnSpLocks/>
          </p:cNvCxnSpPr>
          <p:nvPr/>
        </p:nvCxnSpPr>
        <p:spPr>
          <a:xfrm>
            <a:off x="9143863" y="2721769"/>
            <a:ext cx="8573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Imagem 48">
            <a:extLst>
              <a:ext uri="{FF2B5EF4-FFF2-40B4-BE49-F238E27FC236}">
                <a16:creationId xmlns:a16="http://schemas.microsoft.com/office/drawing/2014/main" id="{8D005513-484C-B229-13E8-034C71E6F3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5857" y="4971395"/>
            <a:ext cx="2195486" cy="17372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51" name="Conector de Seta Reta 50">
            <a:extLst>
              <a:ext uri="{FF2B5EF4-FFF2-40B4-BE49-F238E27FC236}">
                <a16:creationId xmlns:a16="http://schemas.microsoft.com/office/drawing/2014/main" id="{19565537-93E0-27FA-0E40-B7F60473E2A7}"/>
              </a:ext>
            </a:extLst>
          </p:cNvPr>
          <p:cNvCxnSpPr>
            <a:endCxn id="49" idx="0"/>
          </p:cNvCxnSpPr>
          <p:nvPr/>
        </p:nvCxnSpPr>
        <p:spPr>
          <a:xfrm>
            <a:off x="8723600" y="3178969"/>
            <a:ext cx="0" cy="17924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ítulo 1">
            <a:extLst>
              <a:ext uri="{FF2B5EF4-FFF2-40B4-BE49-F238E27FC236}">
                <a16:creationId xmlns:a16="http://schemas.microsoft.com/office/drawing/2014/main" id="{E0B306CD-E0A1-1C2E-3553-2C8A51775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44" y="5258005"/>
            <a:ext cx="4409362" cy="846245"/>
          </a:xfrm>
        </p:spPr>
        <p:txBody>
          <a:bodyPr>
            <a:normAutofit/>
          </a:bodyPr>
          <a:lstStyle/>
          <a:p>
            <a:r>
              <a:rPr lang="en-GB" sz="3200" dirty="0" err="1"/>
              <a:t>Navegação</a:t>
            </a:r>
            <a:r>
              <a:rPr lang="en-GB" sz="3200" dirty="0"/>
              <a:t> entre </a:t>
            </a:r>
            <a:r>
              <a:rPr lang="en-GB" sz="3200" dirty="0" err="1"/>
              <a:t>páginas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930708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183</Words>
  <Application>Microsoft Office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Neue Haas Grotesk Text Pro</vt:lpstr>
      <vt:lpstr>Tema do Office</vt:lpstr>
      <vt:lpstr>Documentação do Sistema ASoftware</vt:lpstr>
      <vt:lpstr>O usuário deve:</vt:lpstr>
      <vt:lpstr>Navegação entre páginas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Austregíselo Junior</dc:creator>
  <cp:lastModifiedBy>Austregíselo Junior</cp:lastModifiedBy>
  <cp:revision>1</cp:revision>
  <dcterms:created xsi:type="dcterms:W3CDTF">2025-12-01T17:40:05Z</dcterms:created>
  <dcterms:modified xsi:type="dcterms:W3CDTF">2025-12-01T18:45:41Z</dcterms:modified>
</cp:coreProperties>
</file>